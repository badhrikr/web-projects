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  <p:sldId id="260" r:id="rId6"/>
    <p:sldId id="257" r:id="rId7"/>
    <p:sldId id="261" r:id="rId8"/>
    <p:sldId id="262" r:id="rId9"/>
    <p:sldId id="263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8877B1-C3CE-4DAE-B359-79420FB005A2}" v="19" dt="2023-03-09T03:57:54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Bhaskar" userId="3bf7eede-6980-42ba-8e3c-29533f61ab8a" providerId="ADAL" clId="{8A8877B1-C3CE-4DAE-B359-79420FB005A2}"/>
    <pc:docChg chg="custSel addSld delSld modSld">
      <pc:chgData name="Walter Bhaskar" userId="3bf7eede-6980-42ba-8e3c-29533f61ab8a" providerId="ADAL" clId="{8A8877B1-C3CE-4DAE-B359-79420FB005A2}" dt="2023-03-09T03:58:56.105" v="41" actId="47"/>
      <pc:docMkLst>
        <pc:docMk/>
      </pc:docMkLst>
      <pc:sldChg chg="del">
        <pc:chgData name="Walter Bhaskar" userId="3bf7eede-6980-42ba-8e3c-29533f61ab8a" providerId="ADAL" clId="{8A8877B1-C3CE-4DAE-B359-79420FB005A2}" dt="2023-02-27T03:41:46.508" v="0" actId="47"/>
        <pc:sldMkLst>
          <pc:docMk/>
          <pc:sldMk cId="575024907" sldId="256"/>
        </pc:sldMkLst>
      </pc:sldChg>
      <pc:sldChg chg="add del">
        <pc:chgData name="Walter Bhaskar" userId="3bf7eede-6980-42ba-8e3c-29533f61ab8a" providerId="ADAL" clId="{8A8877B1-C3CE-4DAE-B359-79420FB005A2}" dt="2023-03-06T03:13:07.397" v="3"/>
        <pc:sldMkLst>
          <pc:docMk/>
          <pc:sldMk cId="3354470159" sldId="257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2324973337" sldId="258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1924602191" sldId="259"/>
        </pc:sldMkLst>
      </pc:sldChg>
      <pc:sldChg chg="add del">
        <pc:chgData name="Walter Bhaskar" userId="3bf7eede-6980-42ba-8e3c-29533f61ab8a" providerId="ADAL" clId="{8A8877B1-C3CE-4DAE-B359-79420FB005A2}" dt="2023-03-06T03:12:55.390" v="2"/>
        <pc:sldMkLst>
          <pc:docMk/>
          <pc:sldMk cId="3995392407" sldId="260"/>
        </pc:sldMkLst>
      </pc:sldChg>
      <pc:sldChg chg="add del">
        <pc:chgData name="Walter Bhaskar" userId="3bf7eede-6980-42ba-8e3c-29533f61ab8a" providerId="ADAL" clId="{8A8877B1-C3CE-4DAE-B359-79420FB005A2}" dt="2023-03-06T03:13:20.463" v="4"/>
        <pc:sldMkLst>
          <pc:docMk/>
          <pc:sldMk cId="2612550952" sldId="261"/>
        </pc:sldMkLst>
      </pc:sldChg>
      <pc:sldChg chg="add del">
        <pc:chgData name="Walter Bhaskar" userId="3bf7eede-6980-42ba-8e3c-29533f61ab8a" providerId="ADAL" clId="{8A8877B1-C3CE-4DAE-B359-79420FB005A2}" dt="2023-03-06T03:13:26.674" v="5"/>
        <pc:sldMkLst>
          <pc:docMk/>
          <pc:sldMk cId="4232763398" sldId="262"/>
        </pc:sldMkLst>
      </pc:sldChg>
      <pc:sldChg chg="addSp delSp add del mod">
        <pc:chgData name="Walter Bhaskar" userId="3bf7eede-6980-42ba-8e3c-29533f61ab8a" providerId="ADAL" clId="{8A8877B1-C3CE-4DAE-B359-79420FB005A2}" dt="2023-03-09T03:52:26.302" v="17" actId="22"/>
        <pc:sldMkLst>
          <pc:docMk/>
          <pc:sldMk cId="1387903816" sldId="263"/>
        </pc:sldMkLst>
        <pc:picChg chg="del">
          <ac:chgData name="Walter Bhaskar" userId="3bf7eede-6980-42ba-8e3c-29533f61ab8a" providerId="ADAL" clId="{8A8877B1-C3CE-4DAE-B359-79420FB005A2}" dt="2023-03-09T03:51:51.511" v="15" actId="478"/>
          <ac:picMkLst>
            <pc:docMk/>
            <pc:sldMk cId="1387903816" sldId="263"/>
            <ac:picMk id="3" creationId="{D1399C91-7BDE-9A33-A011-D7FA74878A8B}"/>
          </ac:picMkLst>
        </pc:picChg>
        <pc:picChg chg="add">
          <ac:chgData name="Walter Bhaskar" userId="3bf7eede-6980-42ba-8e3c-29533f61ab8a" providerId="ADAL" clId="{8A8877B1-C3CE-4DAE-B359-79420FB005A2}" dt="2023-03-09T03:52:26.302" v="17" actId="22"/>
          <ac:picMkLst>
            <pc:docMk/>
            <pc:sldMk cId="1387903816" sldId="263"/>
            <ac:picMk id="4" creationId="{2F9AAF28-9B3B-62DD-8AB3-B96B1495B72B}"/>
          </ac:picMkLst>
        </pc:picChg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684848049" sldId="264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1982569868" sldId="265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165718257" sldId="266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3686278351" sldId="267"/>
        </pc:sldMkLst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1422183894" sldId="272"/>
        </pc:sldMkLst>
      </pc:sldChg>
      <pc:sldChg chg="addSp delSp add mod">
        <pc:chgData name="Walter Bhaskar" userId="3bf7eede-6980-42ba-8e3c-29533f61ab8a" providerId="ADAL" clId="{8A8877B1-C3CE-4DAE-B359-79420FB005A2}" dt="2023-03-09T03:53:11.867" v="27" actId="22"/>
        <pc:sldMkLst>
          <pc:docMk/>
          <pc:sldMk cId="2099674772" sldId="272"/>
        </pc:sldMkLst>
        <pc:picChg chg="del">
          <ac:chgData name="Walter Bhaskar" userId="3bf7eede-6980-42ba-8e3c-29533f61ab8a" providerId="ADAL" clId="{8A8877B1-C3CE-4DAE-B359-79420FB005A2}" dt="2023-03-09T03:51:53.752" v="16" actId="478"/>
          <ac:picMkLst>
            <pc:docMk/>
            <pc:sldMk cId="2099674772" sldId="272"/>
            <ac:picMk id="3" creationId="{D1399C91-7BDE-9A33-A011-D7FA74878A8B}"/>
          </ac:picMkLst>
        </pc:picChg>
        <pc:picChg chg="add">
          <ac:chgData name="Walter Bhaskar" userId="3bf7eede-6980-42ba-8e3c-29533f61ab8a" providerId="ADAL" clId="{8A8877B1-C3CE-4DAE-B359-79420FB005A2}" dt="2023-03-09T03:53:11.867" v="27" actId="22"/>
          <ac:picMkLst>
            <pc:docMk/>
            <pc:sldMk cId="2099674772" sldId="272"/>
            <ac:picMk id="4" creationId="{0036658E-873A-6C67-44AA-B3139BD03519}"/>
          </ac:picMkLst>
        </pc:picChg>
      </pc:sldChg>
      <pc:sldChg chg="del">
        <pc:chgData name="Walter Bhaskar" userId="3bf7eede-6980-42ba-8e3c-29533f61ab8a" providerId="ADAL" clId="{8A8877B1-C3CE-4DAE-B359-79420FB005A2}" dt="2023-02-27T03:41:53.044" v="1" actId="47"/>
        <pc:sldMkLst>
          <pc:docMk/>
          <pc:sldMk cId="1884898894" sldId="273"/>
        </pc:sldMkLst>
      </pc:sldChg>
      <pc:sldChg chg="addSp delSp add mod">
        <pc:chgData name="Walter Bhaskar" userId="3bf7eede-6980-42ba-8e3c-29533f61ab8a" providerId="ADAL" clId="{8A8877B1-C3CE-4DAE-B359-79420FB005A2}" dt="2023-03-09T03:53:37.379" v="28" actId="22"/>
        <pc:sldMkLst>
          <pc:docMk/>
          <pc:sldMk cId="2298647119" sldId="273"/>
        </pc:sldMkLst>
        <pc:picChg chg="del">
          <ac:chgData name="Walter Bhaskar" userId="3bf7eede-6980-42ba-8e3c-29533f61ab8a" providerId="ADAL" clId="{8A8877B1-C3CE-4DAE-B359-79420FB005A2}" dt="2023-03-09T03:52:30.899" v="18" actId="478"/>
          <ac:picMkLst>
            <pc:docMk/>
            <pc:sldMk cId="2298647119" sldId="273"/>
            <ac:picMk id="3" creationId="{D1399C91-7BDE-9A33-A011-D7FA74878A8B}"/>
          </ac:picMkLst>
        </pc:picChg>
        <pc:picChg chg="add">
          <ac:chgData name="Walter Bhaskar" userId="3bf7eede-6980-42ba-8e3c-29533f61ab8a" providerId="ADAL" clId="{8A8877B1-C3CE-4DAE-B359-79420FB005A2}" dt="2023-03-09T03:53:37.379" v="28" actId="22"/>
          <ac:picMkLst>
            <pc:docMk/>
            <pc:sldMk cId="2298647119" sldId="273"/>
            <ac:picMk id="4" creationId="{A844394F-F0FE-A0B8-20B6-446E278B02A4}"/>
          </ac:picMkLst>
        </pc:picChg>
      </pc:sldChg>
      <pc:sldChg chg="addSp add mod">
        <pc:chgData name="Walter Bhaskar" userId="3bf7eede-6980-42ba-8e3c-29533f61ab8a" providerId="ADAL" clId="{8A8877B1-C3CE-4DAE-B359-79420FB005A2}" dt="2023-03-09T03:55:09.015" v="29" actId="22"/>
        <pc:sldMkLst>
          <pc:docMk/>
          <pc:sldMk cId="1576771602" sldId="274"/>
        </pc:sldMkLst>
        <pc:picChg chg="add">
          <ac:chgData name="Walter Bhaskar" userId="3bf7eede-6980-42ba-8e3c-29533f61ab8a" providerId="ADAL" clId="{8A8877B1-C3CE-4DAE-B359-79420FB005A2}" dt="2023-03-09T03:55:09.015" v="29" actId="22"/>
          <ac:picMkLst>
            <pc:docMk/>
            <pc:sldMk cId="1576771602" sldId="274"/>
            <ac:picMk id="3" creationId="{F51B9E2F-C563-03A9-D72C-10E5F560CBCB}"/>
          </ac:picMkLst>
        </pc:picChg>
      </pc:sldChg>
      <pc:sldChg chg="add del">
        <pc:chgData name="Walter Bhaskar" userId="3bf7eede-6980-42ba-8e3c-29533f61ab8a" providerId="ADAL" clId="{8A8877B1-C3CE-4DAE-B359-79420FB005A2}" dt="2023-03-09T03:52:31.992" v="19" actId="47"/>
        <pc:sldMkLst>
          <pc:docMk/>
          <pc:sldMk cId="3169605012" sldId="274"/>
        </pc:sldMkLst>
      </pc:sldChg>
      <pc:sldChg chg="addSp add mod">
        <pc:chgData name="Walter Bhaskar" userId="3bf7eede-6980-42ba-8e3c-29533f61ab8a" providerId="ADAL" clId="{8A8877B1-C3CE-4DAE-B359-79420FB005A2}" dt="2023-03-09T03:55:33.870" v="30" actId="22"/>
        <pc:sldMkLst>
          <pc:docMk/>
          <pc:sldMk cId="291669370" sldId="275"/>
        </pc:sldMkLst>
        <pc:picChg chg="add">
          <ac:chgData name="Walter Bhaskar" userId="3bf7eede-6980-42ba-8e3c-29533f61ab8a" providerId="ADAL" clId="{8A8877B1-C3CE-4DAE-B359-79420FB005A2}" dt="2023-03-09T03:55:33.870" v="30" actId="22"/>
          <ac:picMkLst>
            <pc:docMk/>
            <pc:sldMk cId="291669370" sldId="275"/>
            <ac:picMk id="3" creationId="{7B540C90-8B2B-D9C3-2255-3C68D1BC9C0F}"/>
          </ac:picMkLst>
        </pc:picChg>
      </pc:sldChg>
      <pc:sldChg chg="add del">
        <pc:chgData name="Walter Bhaskar" userId="3bf7eede-6980-42ba-8e3c-29533f61ab8a" providerId="ADAL" clId="{8A8877B1-C3CE-4DAE-B359-79420FB005A2}" dt="2023-03-09T03:52:39.718" v="21" actId="47"/>
        <pc:sldMkLst>
          <pc:docMk/>
          <pc:sldMk cId="1835403533" sldId="275"/>
        </pc:sldMkLst>
      </pc:sldChg>
      <pc:sldChg chg="addSp add mod">
        <pc:chgData name="Walter Bhaskar" userId="3bf7eede-6980-42ba-8e3c-29533f61ab8a" providerId="ADAL" clId="{8A8877B1-C3CE-4DAE-B359-79420FB005A2}" dt="2023-03-09T03:55:58.439" v="31" actId="22"/>
        <pc:sldMkLst>
          <pc:docMk/>
          <pc:sldMk cId="384564964" sldId="276"/>
        </pc:sldMkLst>
        <pc:picChg chg="add">
          <ac:chgData name="Walter Bhaskar" userId="3bf7eede-6980-42ba-8e3c-29533f61ab8a" providerId="ADAL" clId="{8A8877B1-C3CE-4DAE-B359-79420FB005A2}" dt="2023-03-09T03:55:58.439" v="31" actId="22"/>
          <ac:picMkLst>
            <pc:docMk/>
            <pc:sldMk cId="384564964" sldId="276"/>
            <ac:picMk id="3" creationId="{F8BB53A1-C06A-33E1-6A63-2151A5C0F50F}"/>
          </ac:picMkLst>
        </pc:picChg>
      </pc:sldChg>
      <pc:sldChg chg="add del">
        <pc:chgData name="Walter Bhaskar" userId="3bf7eede-6980-42ba-8e3c-29533f61ab8a" providerId="ADAL" clId="{8A8877B1-C3CE-4DAE-B359-79420FB005A2}" dt="2023-03-09T03:52:33.322" v="20" actId="47"/>
        <pc:sldMkLst>
          <pc:docMk/>
          <pc:sldMk cId="3305394284" sldId="276"/>
        </pc:sldMkLst>
      </pc:sldChg>
      <pc:sldChg chg="addSp add mod">
        <pc:chgData name="Walter Bhaskar" userId="3bf7eede-6980-42ba-8e3c-29533f61ab8a" providerId="ADAL" clId="{8A8877B1-C3CE-4DAE-B359-79420FB005A2}" dt="2023-03-09T03:56:18.578" v="32" actId="22"/>
        <pc:sldMkLst>
          <pc:docMk/>
          <pc:sldMk cId="904489166" sldId="277"/>
        </pc:sldMkLst>
        <pc:picChg chg="add">
          <ac:chgData name="Walter Bhaskar" userId="3bf7eede-6980-42ba-8e3c-29533f61ab8a" providerId="ADAL" clId="{8A8877B1-C3CE-4DAE-B359-79420FB005A2}" dt="2023-03-09T03:56:18.578" v="32" actId="22"/>
          <ac:picMkLst>
            <pc:docMk/>
            <pc:sldMk cId="904489166" sldId="277"/>
            <ac:picMk id="3" creationId="{EBE2F4C3-70D1-2102-393F-16155E2B6455}"/>
          </ac:picMkLst>
        </pc:picChg>
      </pc:sldChg>
      <pc:sldChg chg="add del">
        <pc:chgData name="Walter Bhaskar" userId="3bf7eede-6980-42ba-8e3c-29533f61ab8a" providerId="ADAL" clId="{8A8877B1-C3CE-4DAE-B359-79420FB005A2}" dt="2023-03-09T03:52:39.718" v="21" actId="47"/>
        <pc:sldMkLst>
          <pc:docMk/>
          <pc:sldMk cId="1243223752" sldId="277"/>
        </pc:sldMkLst>
      </pc:sldChg>
      <pc:sldChg chg="addSp add mod">
        <pc:chgData name="Walter Bhaskar" userId="3bf7eede-6980-42ba-8e3c-29533f61ab8a" providerId="ADAL" clId="{8A8877B1-C3CE-4DAE-B359-79420FB005A2}" dt="2023-03-09T03:56:39.020" v="33" actId="22"/>
        <pc:sldMkLst>
          <pc:docMk/>
          <pc:sldMk cId="2049035769" sldId="278"/>
        </pc:sldMkLst>
        <pc:picChg chg="add">
          <ac:chgData name="Walter Bhaskar" userId="3bf7eede-6980-42ba-8e3c-29533f61ab8a" providerId="ADAL" clId="{8A8877B1-C3CE-4DAE-B359-79420FB005A2}" dt="2023-03-09T03:56:39.020" v="33" actId="22"/>
          <ac:picMkLst>
            <pc:docMk/>
            <pc:sldMk cId="2049035769" sldId="278"/>
            <ac:picMk id="3" creationId="{4E026DE8-CBDE-3A3B-3562-3140FDC2643F}"/>
          </ac:picMkLst>
        </pc:picChg>
      </pc:sldChg>
      <pc:sldChg chg="add del">
        <pc:chgData name="Walter Bhaskar" userId="3bf7eede-6980-42ba-8e3c-29533f61ab8a" providerId="ADAL" clId="{8A8877B1-C3CE-4DAE-B359-79420FB005A2}" dt="2023-03-09T03:52:39.718" v="21" actId="47"/>
        <pc:sldMkLst>
          <pc:docMk/>
          <pc:sldMk cId="3494470700" sldId="278"/>
        </pc:sldMkLst>
      </pc:sldChg>
      <pc:sldChg chg="add del">
        <pc:chgData name="Walter Bhaskar" userId="3bf7eede-6980-42ba-8e3c-29533f61ab8a" providerId="ADAL" clId="{8A8877B1-C3CE-4DAE-B359-79420FB005A2}" dt="2023-03-09T03:52:39.718" v="21" actId="47"/>
        <pc:sldMkLst>
          <pc:docMk/>
          <pc:sldMk cId="28356315" sldId="279"/>
        </pc:sldMkLst>
      </pc:sldChg>
      <pc:sldChg chg="addSp add mod">
        <pc:chgData name="Walter Bhaskar" userId="3bf7eede-6980-42ba-8e3c-29533f61ab8a" providerId="ADAL" clId="{8A8877B1-C3CE-4DAE-B359-79420FB005A2}" dt="2023-03-09T03:57:06.204" v="34" actId="22"/>
        <pc:sldMkLst>
          <pc:docMk/>
          <pc:sldMk cId="4253419915" sldId="279"/>
        </pc:sldMkLst>
        <pc:picChg chg="add">
          <ac:chgData name="Walter Bhaskar" userId="3bf7eede-6980-42ba-8e3c-29533f61ab8a" providerId="ADAL" clId="{8A8877B1-C3CE-4DAE-B359-79420FB005A2}" dt="2023-03-09T03:57:06.204" v="34" actId="22"/>
          <ac:picMkLst>
            <pc:docMk/>
            <pc:sldMk cId="4253419915" sldId="279"/>
            <ac:picMk id="3" creationId="{EBF517CB-A674-2598-1694-75FD289EA428}"/>
          </ac:picMkLst>
        </pc:picChg>
      </pc:sldChg>
      <pc:sldChg chg="addSp add mod">
        <pc:chgData name="Walter Bhaskar" userId="3bf7eede-6980-42ba-8e3c-29533f61ab8a" providerId="ADAL" clId="{8A8877B1-C3CE-4DAE-B359-79420FB005A2}" dt="2023-03-09T03:57:30.612" v="35" actId="22"/>
        <pc:sldMkLst>
          <pc:docMk/>
          <pc:sldMk cId="537405695" sldId="280"/>
        </pc:sldMkLst>
        <pc:picChg chg="add">
          <ac:chgData name="Walter Bhaskar" userId="3bf7eede-6980-42ba-8e3c-29533f61ab8a" providerId="ADAL" clId="{8A8877B1-C3CE-4DAE-B359-79420FB005A2}" dt="2023-03-09T03:57:30.612" v="35" actId="22"/>
          <ac:picMkLst>
            <pc:docMk/>
            <pc:sldMk cId="537405695" sldId="280"/>
            <ac:picMk id="3" creationId="{9DB234A3-CAE4-1355-0408-64C5C93CDE01}"/>
          </ac:picMkLst>
        </pc:picChg>
      </pc:sldChg>
      <pc:sldChg chg="addSp add mod">
        <pc:chgData name="Walter Bhaskar" userId="3bf7eede-6980-42ba-8e3c-29533f61ab8a" providerId="ADAL" clId="{8A8877B1-C3CE-4DAE-B359-79420FB005A2}" dt="2023-03-09T03:57:48.124" v="36" actId="22"/>
        <pc:sldMkLst>
          <pc:docMk/>
          <pc:sldMk cId="14566084" sldId="281"/>
        </pc:sldMkLst>
        <pc:picChg chg="add">
          <ac:chgData name="Walter Bhaskar" userId="3bf7eede-6980-42ba-8e3c-29533f61ab8a" providerId="ADAL" clId="{8A8877B1-C3CE-4DAE-B359-79420FB005A2}" dt="2023-03-09T03:57:48.124" v="36" actId="22"/>
          <ac:picMkLst>
            <pc:docMk/>
            <pc:sldMk cId="14566084" sldId="281"/>
            <ac:picMk id="3" creationId="{6B9DFB50-1F2F-2C7A-5D21-916AA3EDDFDD}"/>
          </ac:picMkLst>
        </pc:picChg>
      </pc:sldChg>
      <pc:sldChg chg="addSp add mod">
        <pc:chgData name="Walter Bhaskar" userId="3bf7eede-6980-42ba-8e3c-29533f61ab8a" providerId="ADAL" clId="{8A8877B1-C3CE-4DAE-B359-79420FB005A2}" dt="2023-03-09T03:58:14.349" v="38" actId="22"/>
        <pc:sldMkLst>
          <pc:docMk/>
          <pc:sldMk cId="789443714" sldId="282"/>
        </pc:sldMkLst>
        <pc:picChg chg="add">
          <ac:chgData name="Walter Bhaskar" userId="3bf7eede-6980-42ba-8e3c-29533f61ab8a" providerId="ADAL" clId="{8A8877B1-C3CE-4DAE-B359-79420FB005A2}" dt="2023-03-09T03:58:14.349" v="38" actId="22"/>
          <ac:picMkLst>
            <pc:docMk/>
            <pc:sldMk cId="789443714" sldId="282"/>
            <ac:picMk id="3" creationId="{A93B8A4D-42D6-0B35-0B2A-3C5E32231A31}"/>
          </ac:picMkLst>
        </pc:picChg>
      </pc:sldChg>
      <pc:sldChg chg="addSp add mod">
        <pc:chgData name="Walter Bhaskar" userId="3bf7eede-6980-42ba-8e3c-29533f61ab8a" providerId="ADAL" clId="{8A8877B1-C3CE-4DAE-B359-79420FB005A2}" dt="2023-03-09T03:58:37.673" v="39" actId="22"/>
        <pc:sldMkLst>
          <pc:docMk/>
          <pc:sldMk cId="458883545" sldId="283"/>
        </pc:sldMkLst>
        <pc:picChg chg="add">
          <ac:chgData name="Walter Bhaskar" userId="3bf7eede-6980-42ba-8e3c-29533f61ab8a" providerId="ADAL" clId="{8A8877B1-C3CE-4DAE-B359-79420FB005A2}" dt="2023-03-09T03:58:37.673" v="39" actId="22"/>
          <ac:picMkLst>
            <pc:docMk/>
            <pc:sldMk cId="458883545" sldId="283"/>
            <ac:picMk id="3" creationId="{8CCBB615-ECDE-33EE-1406-A89A055132D0}"/>
          </ac:picMkLst>
        </pc:picChg>
      </pc:sldChg>
      <pc:sldChg chg="addSp add mod">
        <pc:chgData name="Walter Bhaskar" userId="3bf7eede-6980-42ba-8e3c-29533f61ab8a" providerId="ADAL" clId="{8A8877B1-C3CE-4DAE-B359-79420FB005A2}" dt="2023-03-09T03:58:53.442" v="40" actId="22"/>
        <pc:sldMkLst>
          <pc:docMk/>
          <pc:sldMk cId="2758593954" sldId="284"/>
        </pc:sldMkLst>
        <pc:picChg chg="add">
          <ac:chgData name="Walter Bhaskar" userId="3bf7eede-6980-42ba-8e3c-29533f61ab8a" providerId="ADAL" clId="{8A8877B1-C3CE-4DAE-B359-79420FB005A2}" dt="2023-03-09T03:58:53.442" v="40" actId="22"/>
          <ac:picMkLst>
            <pc:docMk/>
            <pc:sldMk cId="2758593954" sldId="284"/>
            <ac:picMk id="3" creationId="{7E08D6FC-02BB-94F9-C078-F5E40925DD80}"/>
          </ac:picMkLst>
        </pc:picChg>
      </pc:sldChg>
      <pc:sldChg chg="add del">
        <pc:chgData name="Walter Bhaskar" userId="3bf7eede-6980-42ba-8e3c-29533f61ab8a" providerId="ADAL" clId="{8A8877B1-C3CE-4DAE-B359-79420FB005A2}" dt="2023-03-09T03:58:56.105" v="41" actId="47"/>
        <pc:sldMkLst>
          <pc:docMk/>
          <pc:sldMk cId="3804487443" sldId="2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1FA8-4BA0-3150-5337-C22F3249F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DC318B-4330-B679-8C17-397CFD36D0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5E1D2F-872C-063F-F940-2FE64412E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FFD4A-802F-DAFD-44FA-2824A4F88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46C47-89FD-85BA-2432-E11795979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89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8078-7EE8-10C1-A1A0-CDFD1786E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875C4-46C2-3A3B-6BA0-61673A29D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39709-CC95-A2AB-4B7F-C4E3548DD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D24B1D-70D4-9614-B538-DB93FAF0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F572-CF27-DCA0-910F-918866AF6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6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A7454-A71F-A55D-91D0-4823B8394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8A97D8-1F42-292B-76F6-7CA98884E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6FF33-A64E-DAF2-E22E-AF7FE4F0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4813A-EA08-8DD1-3B35-E5F02FDE4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9657B-B56B-9CBC-D802-E39BE688A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031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CCDF2-4EFD-977E-EDBA-7647A4CB1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8CBA4-695C-589E-3E48-E5FDA60B34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D4EB1-7F90-70BA-8B16-CC1CA32EE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563A3-21B8-B891-10B8-3E3D3478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D5DC9-06A8-B13D-3665-5B3BB355A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35110-D92C-481A-24A0-E8881156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54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F0941-7E83-9A9E-B239-6D3FC7626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B21E3-8FD2-FA36-E7FF-D2B629AEFB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BBF11-566F-10D3-556F-5D389BD813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1884E-5295-762E-4FEC-CF8CDF0609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C97501-2A0C-E49E-1FB8-AE90959821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44422-ABC5-1957-2CEB-5CEDC5F93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B1DBC-982D-B824-4069-34E0DCD4A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DFBF4-ADAE-7380-1524-B33F27AE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305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DF2C-838A-E792-EB7D-982F998EB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8DFE6-60BD-B76C-81B4-74BE2EE6A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901E14-1365-A7C5-A5C0-243FB30DE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EE6B-69A6-7626-2FC7-D47823096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53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3911DB-3040-FE80-6FDB-F5108337C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803366-0CE8-44F8-B300-BB5688986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FD01C-83EC-7847-D9D4-DD8F120A5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5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607D9-78F5-3D46-7E5F-51D67434A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03292-0E79-B7EE-F370-278DADEBE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24B50-0C6A-0ADC-2C21-6EFC91D5A9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A62A48-40E0-7984-8ACD-22D26E15A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BDD7DE-262D-0F33-DC01-95AF6E466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4C18C-8BFE-3789-8328-A28E17F23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90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89460-5B30-C554-0EC9-804E9E212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1CEC2D-F256-DD64-ABCA-3830E04A98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39B66B-DF20-2B4C-D5D4-FE3CD6872D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EF02E-9603-3CE3-1898-601E9C8E1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6B4E25-69DE-5D68-DC79-DC7A35BB0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07A892-CB59-4C88-D1CB-207DC5AB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8EFB-117F-F2A8-A40B-3E784016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D41C15-0E6B-4CC1-8051-E6B0EA430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74386-4EAF-B0B9-9728-8FD55760C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05313-5443-BD90-B254-38CE28DE4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F2741-8C69-EF51-63BF-22B63CBCD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136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066A68-0978-38C5-84EA-A2BC6E56E6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49291-7101-804B-9732-854623EB04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B85E5-C135-4879-EFA8-9F14B5DB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EEB77-1385-23F1-7755-395E1591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CC2C2-25F7-9290-427D-95AB59567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846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55D96-421B-1BF9-4DD0-7215DF56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FE69D-2F9F-1CC4-7B57-3FB707EB5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40F71-DB18-41F8-04F7-D82244F370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3402D-C959-4FC9-BEFF-CD4F7415B120}" type="datetimeFigureOut">
              <a:rPr lang="en-US" smtClean="0"/>
              <a:t>3/9/2023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AEC40-6E71-0815-D41A-20C928DAD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9F5FD-E4A9-46CD-2320-56C42378D3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F4305-9EE8-4404-A624-9969F7657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3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D3AE3-FA32-C4F8-43CA-2F306B13B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5" y="0"/>
            <a:ext cx="11089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01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F90829-FB81-1CF2-3D84-7AE3354C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155" y="0"/>
            <a:ext cx="11089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62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DCA2E-576A-C83E-0167-0A725A0842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166" y="0"/>
            <a:ext cx="111136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872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793FB9-9AB4-649B-123A-DE751C45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65" y="0"/>
            <a:ext cx="111674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09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62356D-DB5B-ED47-6A1F-9A0A4578A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32" y="0"/>
            <a:ext cx="1116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39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0E3ECAB-A09D-A785-9CFC-436EEC58C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586" y="0"/>
            <a:ext cx="111768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47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EDF4E-4353-A009-A212-A1BB79D6D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994" y="0"/>
            <a:ext cx="110840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0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719DF9-C268-CC63-0FC9-7AB176E34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12" y="0"/>
            <a:ext cx="111563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6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F9AAF28-9B3B-62DD-8AB3-B96B1495B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96" y="0"/>
            <a:ext cx="106158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03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36658E-873A-6C67-44AA-B3139BD03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718" y="0"/>
            <a:ext cx="85025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747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844394F-F0FE-A0B8-20B6-446E278B0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3111" y="0"/>
            <a:ext cx="62857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647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B9E2F-C563-03A9-D72C-10E5F560C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095" y="0"/>
            <a:ext cx="4655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7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540C90-8B2B-D9C3-2255-3C68D1BC9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05" y="0"/>
            <a:ext cx="6788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9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B53A1-C06A-33E1-6A63-2151A5C0F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37" y="0"/>
            <a:ext cx="6736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E2F4C3-70D1-2102-393F-16155E2B6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832" y="0"/>
            <a:ext cx="66863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4891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26DE8-CBDE-3A3B-3562-3140FDC26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652" y="0"/>
            <a:ext cx="6668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35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F517CB-A674-2598-1694-75FD289EA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9998" y="0"/>
            <a:ext cx="66520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19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B234A3-CAE4-1355-0408-64C5C93CD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249" y="0"/>
            <a:ext cx="67035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405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DFB50-1F2F-2C7A-5D21-916AA3EDD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056" y="0"/>
            <a:ext cx="67038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60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B8A4D-42D6-0B35-0B2A-3C5E32231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889" y="0"/>
            <a:ext cx="67542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43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CBB615-ECDE-33EE-1406-A89A05513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92" y="0"/>
            <a:ext cx="67888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8883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08D6FC-02BB-94F9-C078-F5E40925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537" y="0"/>
            <a:ext cx="67369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593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DCEP</dc:title>
  <dc:creator>Walter Bhaskar</dc:creator>
  <cp:lastModifiedBy>Walter Bhaskar</cp:lastModifiedBy>
  <cp:revision>2</cp:revision>
  <dcterms:created xsi:type="dcterms:W3CDTF">2023-02-15T02:41:31Z</dcterms:created>
  <dcterms:modified xsi:type="dcterms:W3CDTF">2023-03-09T03:58:56Z</dcterms:modified>
</cp:coreProperties>
</file>